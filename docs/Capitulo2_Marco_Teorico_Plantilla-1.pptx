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tecba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2801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TECNOLÓGICO BOLIVIANO ALEMÁN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371600" y="169164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FATEK: COMPUTACIÓN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371600" y="25603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II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828800" y="38404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tecnológicos y conceptuales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el desarrollo de la aplicación móvil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50292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Estudiante: Uchani García Nicolas Arturo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544068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Cochabamba,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tecba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5029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914400" y="1234440"/>
            <a:ext cx="10332720" cy="4846320"/>
          </a:xfrm>
          <a:prstGeom prst="roundRect">
            <a:avLst>
              <a:gd name="adj" fmla="val 2264"/>
            </a:avLst>
          </a:prstGeom>
          <a:solidFill>
            <a:srgbClr val="FFF8F0"/>
          </a:solidFill>
          <a:ln/>
        </p:spPr>
      </p:sp>
      <p:sp>
        <p:nvSpPr>
          <p:cNvPr id="5" name="Text 2"/>
          <p:cNvSpPr/>
          <p:nvPr/>
        </p:nvSpPr>
        <p:spPr>
          <a:xfrm>
            <a:off x="1280160" y="14630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presente capítulo desarrolla el marco teórico que orienta el proyecto de grado. Su propósito es establecer los fundamentos tecnológicos y conceptuales necesarios para comprender y sustentar el desarrollo de la aplicación móvil de información del transporte público urbano de Cochabamba.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80160" y="292608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organiza en dos secciones principales. El Marco Tecnológico aborda el cambio tecnológico, las competencias KST del TECBA, los métodos de resolución de problemas, el principio de inventiva y la gerencia ágil. El Marco Conceptual reúne las técnicas de recopilación de información, la ingeniería de sistemas, la metodología Scrum, las herramientas de programación (Dart y Flutter), los gestores de base de datos, la arquitectura de software, el modelado UML, el enfoque CRM, los sistemas de recomendación, el dashboard con métricas y las pruebas de software.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tecba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MARCO TEÓRICO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822960" y="137160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FFF8F0"/>
          </a:solidFill>
          <a:ln/>
          <a:effectLst>
            <a:outerShdw sx="100000" sy="100000" kx="0" ky="0" algn="bl" rotWithShape="0" blurRad="101600" dist="50800" dir="162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5156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 MARCO TECNOLÓGICO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51560" y="219456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Cambio tecnológico y KST Skills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Métodos de resolución de problemas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Principio de inventiva (TRIZ)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Gerencia Ágil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309360" y="137160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FFF8F0"/>
          </a:solidFill>
          <a:ln/>
          <a:effectLst>
            <a:outerShdw sx="100000" sy="100000" kx="0" ky="0" algn="bl" rotWithShape="0" blurRad="101600" dist="50800" dir="162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3796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 MARCO CONCEPTUAL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37960" y="219456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Técnicas de recopilación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Ingeniería de Sistemas y Scrum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Dart + Flutter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SQLite y Arquitectura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UML, CRM y Pruebas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tecba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 MARCO TECNOLÓGICO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914400" y="1143000"/>
            <a:ext cx="10332720" cy="11430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/>
        </p:spPr>
      </p:sp>
      <p:sp>
        <p:nvSpPr>
          <p:cNvPr id="5" name="Shape 2"/>
          <p:cNvSpPr/>
          <p:nvPr/>
        </p:nvSpPr>
        <p:spPr>
          <a:xfrm>
            <a:off x="914400" y="1143000"/>
            <a:ext cx="164592" cy="11430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128016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KST Skills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1645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 técnicas del TECBA para aplicar la tecnología en la solución de problemas.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423160"/>
            <a:ext cx="10332720" cy="11430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2423160"/>
            <a:ext cx="164592" cy="11430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256032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de problemas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2926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Identificar, delimitar, generar alternativas y evaluar soluciones de forma iterativa.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703320"/>
            <a:ext cx="10332720" cy="11430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3703320"/>
            <a:ext cx="164592" cy="11430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384048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de inventiva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80160" y="42062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TRIZ orienta la generación de soluciones novedosas frente a contradicciones.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4983480"/>
            <a:ext cx="10332720" cy="11430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14400" y="4983480"/>
            <a:ext cx="164592" cy="11430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8" name="Text 15"/>
          <p:cNvSpPr/>
          <p:nvPr/>
        </p:nvSpPr>
        <p:spPr>
          <a:xfrm>
            <a:off x="1280160" y="51206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Ágil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80160" y="54864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flexibles, entrega de valor y adaptación continua según el Manifiesto Ágil.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tecba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ÁGIL Y SCRUM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8F0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1417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Ágiles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05840" y="201168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Satisfacción del cliente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Aceptación de cambios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Entrega frecuente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Colaboración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Producto funcional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Simplicidad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Mejora continua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8F0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1417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92240" y="201168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ágil basado en Sprints.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Backlog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Sprint Backlog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Incremento del producto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 el desarrollo de la aplicación en ciclos cortos con revisiones progresivas.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tecba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 DE RECOPILACIÓN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822960" y="1280160"/>
            <a:ext cx="3474720" cy="4572000"/>
          </a:xfrm>
          <a:prstGeom prst="roundRect">
            <a:avLst>
              <a:gd name="adj" fmla="val 3158"/>
            </a:avLst>
          </a:prstGeom>
          <a:solidFill>
            <a:srgbClr val="FFF8F0"/>
          </a:solidFill>
          <a:ln/>
        </p:spPr>
      </p:sp>
      <p:sp>
        <p:nvSpPr>
          <p:cNvPr id="5" name="Shape 2"/>
          <p:cNvSpPr/>
          <p:nvPr/>
        </p:nvSpPr>
        <p:spPr>
          <a:xfrm>
            <a:off x="1920240" y="1645920"/>
            <a:ext cx="1188720" cy="11887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6" name="Text 3"/>
          <p:cNvSpPr/>
          <p:nvPr/>
        </p:nvSpPr>
        <p:spPr>
          <a:xfrm>
            <a:off x="1920240" y="18745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005840" y="3108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37490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Conductores y usuarios: recorridos, distintivos y dificultades.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26280" y="1280160"/>
            <a:ext cx="3474720" cy="4572000"/>
          </a:xfrm>
          <a:prstGeom prst="roundRect">
            <a:avLst>
              <a:gd name="adj" fmla="val 3158"/>
            </a:avLst>
          </a:prstGeom>
          <a:solidFill>
            <a:srgbClr val="FFF8F0"/>
          </a:solidFill>
          <a:ln/>
        </p:spPr>
      </p:sp>
      <p:sp>
        <p:nvSpPr>
          <p:cNvPr id="10" name="Shape 7"/>
          <p:cNvSpPr/>
          <p:nvPr/>
        </p:nvSpPr>
        <p:spPr>
          <a:xfrm>
            <a:off x="5623560" y="1645920"/>
            <a:ext cx="1188720" cy="11887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1" name="Text 8"/>
          <p:cNvSpPr/>
          <p:nvPr/>
        </p:nvSpPr>
        <p:spPr>
          <a:xfrm>
            <a:off x="5623560" y="18745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709160" y="3108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Encuesta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754880" y="37490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Hábitos de búsqueda de información y necesidades de los usuarios.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1280160"/>
            <a:ext cx="3474720" cy="4572000"/>
          </a:xfrm>
          <a:prstGeom prst="roundRect">
            <a:avLst>
              <a:gd name="adj" fmla="val 3158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326880" y="1645920"/>
            <a:ext cx="1188720" cy="118872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6" name="Text 13"/>
          <p:cNvSpPr/>
          <p:nvPr/>
        </p:nvSpPr>
        <p:spPr>
          <a:xfrm>
            <a:off x="9326880" y="18745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412480" y="3108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458200" y="37490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de líneas, puntos de referencia y formas de consulta.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tecba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SISTEMAS Y METODOLOGÍA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8F0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1417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de Sistemas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05840" y="201168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Disciplina orientada al análisis, diseño, desarrollo e integración de sistemas.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 componentes tecnológicos, necesidades de usuarios y entorno.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Flujo: análisis → requerimientos → diseño → implementación → evaluación.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8F0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1417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Metodología: Scrum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92240" y="201168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ágil seleccionado para el proyecto.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Sprints cortos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Backlog y Sprint Backlog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Revisiones periódicas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Adaptación continua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avanzar de forma progresiva en la construcción de la aplicación.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tecba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PROGRAMACIÓN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8F0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14630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05840" y="2103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orientado a aplicaciones modernas y multiplataforma.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Tipado seguro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Programación estructurada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Clases y objetos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del framework Flutter.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8F0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14630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multiplataforma con una sola base de código.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Widgets para la interfaz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Hot reload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Mapas y geolocalización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construir la aplicación de forma organizada.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tecba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Y ARQUITECTURA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8F0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1417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05840" y="201168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relacional local.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 servidor independiente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Archivo local en el dispositivo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Consultas SQL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Ideal para líneas, rutas y tarifas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uso parcial sin conexión.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8F0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1417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92240" y="201168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utilizados: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Arquitectura por capas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(Interfaz – Lógica – Datos)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Modelo-Vista-Controlador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Separación de responsabilidades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mantenimiento y evolución.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tecba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2  ·  CRM  ·  RECOMENDACIÓN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8F0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2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0120" y="219456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gráfico para modelar estructura y comportamiento.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Diagramas: clases, casos de uso, actividades y estados.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80560" y="11887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8F0"/>
          </a:solidFill>
          <a:ln/>
        </p:spPr>
      </p:sp>
      <p:sp>
        <p:nvSpPr>
          <p:cNvPr id="8" name="Text 5"/>
          <p:cNvSpPr/>
          <p:nvPr/>
        </p:nvSpPr>
        <p:spPr>
          <a:xfrm>
            <a:off x="466344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709160" y="219456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la relación con el usuario.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entender necesidades de movilidad y orientar las funcionalidades.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0" y="11887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8F0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458200" y="219456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Sugerencias de líneas y rutas según origen, destino y proximidad.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Apoya la toma de decisiones.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tecba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MÉTRICAS Y PRUEBAS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8F0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188720"/>
            <a:ext cx="3566160" cy="777240"/>
          </a:xfrm>
          <a:prstGeom prst="roundRect">
            <a:avLst>
              <a:gd name="adj" fmla="val 14118"/>
            </a:avLst>
          </a:prstGeom>
          <a:solidFill>
            <a:srgbClr val="E85D04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325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228600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 uso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más consultadas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Destinos frecuentes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80560" y="11887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480560" y="1188720"/>
            <a:ext cx="3566160" cy="777240"/>
          </a:xfrm>
          <a:prstGeom prst="roundRect">
            <a:avLst>
              <a:gd name="adj" fmla="val 14118"/>
            </a:avLst>
          </a:prstGeom>
          <a:solidFill>
            <a:srgbClr val="E85D0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325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709160" y="228600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 de búsquedas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consultadas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de uso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0" y="11887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FF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9600" y="1188720"/>
            <a:ext cx="3566160" cy="777240"/>
          </a:xfrm>
          <a:prstGeom prst="roundRect">
            <a:avLst>
              <a:gd name="adj" fmla="val 14118"/>
            </a:avLst>
          </a:prstGeom>
          <a:solidFill>
            <a:srgbClr val="E85D04"/>
          </a:solidFill>
          <a:ln/>
        </p:spPr>
      </p:sp>
      <p:sp>
        <p:nvSpPr>
          <p:cNvPr id="14" name="Text 11"/>
          <p:cNvSpPr/>
          <p:nvPr/>
        </p:nvSpPr>
        <p:spPr>
          <a:xfrm>
            <a:off x="8321040" y="1325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458200" y="228600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Unitarias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Aceptación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tecba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828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D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645920" y="2651760"/>
            <a:ext cx="8869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marco teórico establece los fundamentos tecnológicos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conceptuales necesarios para el desarrollo de la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móvil de información del transporte público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urbano de Cochabamba.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TECBA  ·  Técnico Superior en Sistemas  · 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II - Marco Teórico</dc:title>
  <dc:subject>PptxGenJS Presentation</dc:subject>
  <dc:creator>Uchani García Nicolas Arturo</dc:creator>
  <cp:lastModifiedBy>Uchani García Nicolas Arturo</cp:lastModifiedBy>
  <cp:revision>1</cp:revision>
  <dcterms:created xsi:type="dcterms:W3CDTF">2026-09-27T03:30:09Z</dcterms:created>
  <dcterms:modified xsi:type="dcterms:W3CDTF">2026-09-27T03:30:09Z</dcterms:modified>
</cp:coreProperties>
</file>